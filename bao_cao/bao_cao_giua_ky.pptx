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1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6CA65-D609-4318-9F65-092793F37777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D1E68-9D1A-41B5-8343-2FF3DCBB0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643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6CA65-D609-4318-9F65-092793F37777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9BCD1E68-9D1A-41B5-8343-2FF3DCBB0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753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6CA65-D609-4318-9F65-092793F37777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D1E68-9D1A-41B5-8343-2FF3DCBB0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209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6CA65-D609-4318-9F65-092793F37777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D1E68-9D1A-41B5-8343-2FF3DCBB0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161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6CA65-D609-4318-9F65-092793F37777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D1E68-9D1A-41B5-8343-2FF3DCBB0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360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6CA65-D609-4318-9F65-092793F37777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D1E68-9D1A-41B5-8343-2FF3DCBB0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809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6CA65-D609-4318-9F65-092793F37777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D1E68-9D1A-41B5-8343-2FF3DCBB0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599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6CA65-D609-4318-9F65-092793F37777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D1E68-9D1A-41B5-8343-2FF3DCBB0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76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6CA65-D609-4318-9F65-092793F37777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D1E68-9D1A-41B5-8343-2FF3DCBB0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215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6CA65-D609-4318-9F65-092793F37777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D1E68-9D1A-41B5-8343-2FF3DCBB0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13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6CA65-D609-4318-9F65-092793F37777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D1E68-9D1A-41B5-8343-2FF3DCBB0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9098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6CA65-D609-4318-9F65-092793F37777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D1E68-9D1A-41B5-8343-2FF3DCBB0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178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6CA65-D609-4318-9F65-092793F37777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D1E68-9D1A-41B5-8343-2FF3DCBB0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2819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6CA65-D609-4318-9F65-092793F37777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D1E68-9D1A-41B5-8343-2FF3DCBB0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092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6CA65-D609-4318-9F65-092793F37777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D1E68-9D1A-41B5-8343-2FF3DCBB0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7538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6CA65-D609-4318-9F65-092793F37777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D1E68-9D1A-41B5-8343-2FF3DCBB0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0918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6CA65-D609-4318-9F65-092793F37777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D1E68-9D1A-41B5-8343-2FF3DCBB0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13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A66CA65-D609-4318-9F65-092793F37777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BCD1E68-9D1A-41B5-8343-2FF3DCBB0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060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66E823C-7BC8-790E-6168-9BCCAE1F6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8E80706-64FD-1014-5069-D5EDE227E5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454365" cy="7621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173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0F641-5C18-FC06-7CF8-5B301292B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MỤC BÁO CÁO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8A8CB-1A65-7DDF-1A04-440061BCB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3700" y="2106929"/>
            <a:ext cx="7340600" cy="319341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Hoàn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phỏng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thụ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phỏng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Waijung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Boost DC – DC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Proteus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7089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9E7F3-07C9-1849-45FE-70F250304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4791" y="0"/>
            <a:ext cx="10018713" cy="1752599"/>
          </a:xfrm>
        </p:spPr>
        <p:txBody>
          <a:bodyPr/>
          <a:lstStyle/>
          <a:p>
            <a:r>
              <a:rPr lang="en-US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hiểu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 descr="A diagram of a machine&#10;&#10;AI-generated content may be incorrect.">
            <a:extLst>
              <a:ext uri="{FF2B5EF4-FFF2-40B4-BE49-F238E27FC236}">
                <a16:creationId xmlns:a16="http://schemas.microsoft.com/office/drawing/2014/main" id="{969DC471-AFC9-C9F6-ECC4-3BAD73E2B3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6754" y="1431938"/>
            <a:ext cx="8385611" cy="424812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5AA5A3-969B-C9B9-9229-A0492A9F72E3}"/>
              </a:ext>
            </a:extLst>
          </p:cNvPr>
          <p:cNvSpPr txBox="1"/>
          <p:nvPr/>
        </p:nvSpPr>
        <p:spPr>
          <a:xfrm>
            <a:off x="3047999" y="5859195"/>
            <a:ext cx="7183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Sơ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thụ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boost DC-DC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23273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DDF44-E4BD-BAC3-303F-C86D32F84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950" y="-203200"/>
            <a:ext cx="10018713" cy="1752599"/>
          </a:xfrm>
        </p:spPr>
        <p:txBody>
          <a:bodyPr/>
          <a:lstStyle/>
          <a:p>
            <a:r>
              <a:rPr lang="en-US" b="1" u="sng" dirty="0" err="1"/>
              <a:t>Thiết</a:t>
            </a:r>
            <a:r>
              <a:rPr lang="en-US" b="1" u="sng" dirty="0"/>
              <a:t> </a:t>
            </a:r>
            <a:r>
              <a:rPr lang="en-US" b="1" u="sng" dirty="0" err="1"/>
              <a:t>kế</a:t>
            </a:r>
            <a:r>
              <a:rPr lang="en-US" b="1" u="sng" dirty="0"/>
              <a:t> </a:t>
            </a:r>
            <a:r>
              <a:rPr lang="en-US" b="1" u="sng" dirty="0" err="1"/>
              <a:t>mô</a:t>
            </a:r>
            <a:r>
              <a:rPr lang="en-US" b="1" u="sng" dirty="0"/>
              <a:t> </a:t>
            </a:r>
            <a:r>
              <a:rPr lang="en-US" b="1" u="sng" dirty="0" err="1"/>
              <a:t>phỏng</a:t>
            </a:r>
            <a:r>
              <a:rPr lang="en-US" b="1" u="sng" dirty="0"/>
              <a:t> </a:t>
            </a:r>
            <a:r>
              <a:rPr lang="en-US" b="1" u="sng" dirty="0" err="1"/>
              <a:t>thuật</a:t>
            </a:r>
            <a:r>
              <a:rPr lang="en-US" b="1" u="sng" dirty="0"/>
              <a:t> </a:t>
            </a:r>
            <a:r>
              <a:rPr lang="en-US" b="1" u="sng" dirty="0" err="1"/>
              <a:t>toán</a:t>
            </a:r>
            <a:r>
              <a:rPr lang="en-US" b="1" u="sng" dirty="0"/>
              <a:t> </a:t>
            </a:r>
            <a:r>
              <a:rPr lang="en-US" b="1" u="sng" dirty="0" err="1"/>
              <a:t>thụ</a:t>
            </a:r>
            <a:r>
              <a:rPr lang="en-US" b="1" u="sng" dirty="0"/>
              <a:t> </a:t>
            </a:r>
            <a:r>
              <a:rPr lang="en-US" b="1" u="sng" dirty="0" err="1"/>
              <a:t>động</a:t>
            </a:r>
            <a:br>
              <a:rPr lang="en-US" b="1" u="sng" dirty="0"/>
            </a:br>
            <a:endParaRPr lang="en-US" b="1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44B0E9-A0A2-D364-9F67-5BD4FB1FF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934" y="940673"/>
            <a:ext cx="5581066" cy="26931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8E1739-05D3-495C-C6A1-61DD8B1B6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4326" y="876256"/>
            <a:ext cx="5626740" cy="28219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099F24-ADDE-E120-B0E5-80D2995CF9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934" y="3809999"/>
            <a:ext cx="4671746" cy="296672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3FF18D2-4128-A03E-0C7A-1D1876379667}"/>
              </a:ext>
            </a:extLst>
          </p:cNvPr>
          <p:cNvSpPr txBox="1"/>
          <p:nvPr/>
        </p:nvSpPr>
        <p:spPr>
          <a:xfrm>
            <a:off x="6304326" y="3809999"/>
            <a:ext cx="575056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Simulink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phỏng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thụ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Vin = 12V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Vin = 15V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20V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khối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thụ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Saturation: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0/1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Modulation: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Khối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cưa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vuông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PWM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Plant: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Khối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phỏng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BOOST DC - DC</a:t>
            </a:r>
          </a:p>
        </p:txBody>
      </p:sp>
    </p:spTree>
    <p:extLst>
      <p:ext uri="{BB962C8B-B14F-4D97-AF65-F5344CB8AC3E}">
        <p14:creationId xmlns:p14="http://schemas.microsoft.com/office/powerpoint/2010/main" val="1545746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D953B-9321-378C-61D0-8055E6A4A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344" y="-96520"/>
            <a:ext cx="10707690" cy="1752599"/>
          </a:xfrm>
        </p:spPr>
        <p:txBody>
          <a:bodyPr>
            <a:normAutofit fontScale="90000"/>
          </a:bodyPr>
          <a:lstStyle/>
          <a:p>
            <a:r>
              <a:rPr lang="en-US" b="1" u="sng" dirty="0" err="1"/>
              <a:t>Chuyển</a:t>
            </a:r>
            <a:r>
              <a:rPr lang="en-US" b="1" u="sng" dirty="0"/>
              <a:t> </a:t>
            </a:r>
            <a:r>
              <a:rPr lang="en-US" b="1" u="sng" dirty="0" err="1"/>
              <a:t>đổi</a:t>
            </a:r>
            <a:r>
              <a:rPr lang="en-US" b="1" u="sng" dirty="0"/>
              <a:t> </a:t>
            </a:r>
            <a:r>
              <a:rPr lang="en-US" b="1" u="sng" dirty="0" err="1"/>
              <a:t>mô</a:t>
            </a:r>
            <a:r>
              <a:rPr lang="en-US" b="1" u="sng" dirty="0"/>
              <a:t> </a:t>
            </a:r>
            <a:r>
              <a:rPr lang="en-US" b="1" u="sng" dirty="0" err="1"/>
              <a:t>phỏng</a:t>
            </a:r>
            <a:r>
              <a:rPr lang="en-US" b="1" u="sng" dirty="0"/>
              <a:t> sang </a:t>
            </a:r>
            <a:r>
              <a:rPr lang="en-US" b="1" u="sng" dirty="0" err="1"/>
              <a:t>Waijung</a:t>
            </a:r>
            <a:r>
              <a:rPr lang="en-US" b="1" u="sng" dirty="0"/>
              <a:t> </a:t>
            </a:r>
            <a:r>
              <a:rPr lang="en-US" b="1" u="sng" dirty="0" err="1"/>
              <a:t>và</a:t>
            </a:r>
            <a:r>
              <a:rPr lang="en-US" b="1" u="sng" dirty="0"/>
              <a:t> </a:t>
            </a:r>
            <a:r>
              <a:rPr lang="en-US" b="1" u="sng" dirty="0" err="1"/>
              <a:t>giao</a:t>
            </a:r>
            <a:r>
              <a:rPr lang="en-US" b="1" u="sng" dirty="0"/>
              <a:t> </a:t>
            </a:r>
            <a:r>
              <a:rPr lang="en-US" b="1" u="sng" dirty="0" err="1"/>
              <a:t>diện</a:t>
            </a:r>
            <a:r>
              <a:rPr lang="en-US" b="1" u="sng" dirty="0"/>
              <a:t> C#</a:t>
            </a:r>
            <a:br>
              <a:rPr lang="en-US" b="1" u="sng" dirty="0"/>
            </a:br>
            <a:endParaRPr lang="en-US" b="1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062D24-A33B-2112-0EB7-61887F92D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00" y="1262380"/>
            <a:ext cx="5575933" cy="32664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8078A7-05EB-4518-AAA3-1C2B7DBDA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277" y="1433781"/>
            <a:ext cx="5358357" cy="29236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BDE1021-E080-FDAC-705A-E05FC3D01EB4}"/>
              </a:ext>
            </a:extLst>
          </p:cNvPr>
          <p:cNvSpPr txBox="1"/>
          <p:nvPr/>
        </p:nvSpPr>
        <p:spPr>
          <a:xfrm>
            <a:off x="580966" y="4805680"/>
            <a:ext cx="5515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Waijung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Blockset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STM32F407VET6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79919E-9CFA-2CEB-DCE3-3089E4FAB62D}"/>
              </a:ext>
            </a:extLst>
          </p:cNvPr>
          <p:cNvSpPr txBox="1"/>
          <p:nvPr/>
        </p:nvSpPr>
        <p:spPr>
          <a:xfrm>
            <a:off x="6593840" y="4805680"/>
            <a:ext cx="4856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C#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8926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AECE9-DAA9-A77C-C7B9-241563126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1520" y="269239"/>
            <a:ext cx="9775823" cy="109220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Boost DC – DC </a:t>
            </a:r>
            <a:r>
              <a:rPr lang="en-US" sz="40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Proteus</a:t>
            </a:r>
          </a:p>
          <a:p>
            <a:endParaRPr lang="en-US" sz="4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2FC54D-51B0-BCE9-CE56-D773FBB7F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320" y="4087754"/>
            <a:ext cx="6809103" cy="20558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E795782-E331-8FBB-E2E2-352C06B55405}"/>
              </a:ext>
            </a:extLst>
          </p:cNvPr>
          <p:cNvSpPr txBox="1"/>
          <p:nvPr/>
        </p:nvSpPr>
        <p:spPr>
          <a:xfrm>
            <a:off x="7813040" y="4746341"/>
            <a:ext cx="3271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BOOST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F3B454-58AD-FE52-74DF-173B26FB6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3400" y="1361440"/>
            <a:ext cx="8585200" cy="178230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46C6088-A44F-F15F-3E71-885959979DB2}"/>
              </a:ext>
            </a:extLst>
          </p:cNvPr>
          <p:cNvSpPr txBox="1"/>
          <p:nvPr/>
        </p:nvSpPr>
        <p:spPr>
          <a:xfrm>
            <a:off x="4836160" y="3388962"/>
            <a:ext cx="4612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BOOST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948922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0A3C7-58D3-4D05-D725-58E993C0D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tiến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b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2DC5D6-402D-5745-4BB2-3CACB12E1660}"/>
              </a:ext>
            </a:extLst>
          </p:cNvPr>
          <p:cNvSpPr txBox="1"/>
          <p:nvPr/>
        </p:nvSpPr>
        <p:spPr>
          <a:xfrm>
            <a:off x="2570480" y="2936179"/>
            <a:ext cx="8636000" cy="1555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973"/>
              </a:lnSpc>
              <a:spcBef>
                <a:spcPct val="0"/>
              </a:spcBef>
            </a:pPr>
            <a:r>
              <a:rPr lang="en-US" sz="1800" dirty="0">
                <a:latin typeface="Times New Roman" panose="02020603050405020304" pitchFamily="18" charset="0"/>
                <a:ea typeface="Asap"/>
                <a:cs typeface="Times New Roman" panose="02020603050405020304" pitchFamily="18" charset="0"/>
                <a:sym typeface="Asap"/>
              </a:rPr>
              <a:t>TRONG QUÁ TRÌNH TRIỂN KHAI ĐỀ TÀI, TIẾN ĐỘ HIỆN TẠI ĐANG </a:t>
            </a:r>
            <a:r>
              <a:rPr lang="en-US" dirty="0">
                <a:latin typeface="Times New Roman" panose="02020603050405020304" pitchFamily="18" charset="0"/>
                <a:ea typeface="Asap"/>
                <a:cs typeface="Times New Roman" panose="02020603050405020304" pitchFamily="18" charset="0"/>
                <a:sym typeface="Asap"/>
              </a:rPr>
              <a:t>KỊP</a:t>
            </a:r>
            <a:r>
              <a:rPr lang="en-US" sz="1800" dirty="0">
                <a:latin typeface="Times New Roman" panose="02020603050405020304" pitchFamily="18" charset="0"/>
                <a:ea typeface="Asap"/>
                <a:cs typeface="Times New Roman" panose="02020603050405020304" pitchFamily="18" charset="0"/>
                <a:sym typeface="Asap"/>
              </a:rPr>
              <a:t> VỚI KẾ HOẠCH BAN ĐẦU. MỘT SỐ CÔNG VIỆC NHƯ THIẾT KẾ MẠCH CÔNG SUẤT, LỰA CHỌN LINH KIỆN, XẢY RA LỖI TỐN NHIỀU THỜI GIAN HƠN DỰ KIẾN</a:t>
            </a:r>
          </a:p>
        </p:txBody>
      </p:sp>
    </p:spTree>
    <p:extLst>
      <p:ext uri="{BB962C8B-B14F-4D97-AF65-F5344CB8AC3E}">
        <p14:creationId xmlns:p14="http://schemas.microsoft.com/office/powerpoint/2010/main" val="6484524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46</TotalTime>
  <Words>266</Words>
  <Application>Microsoft Office PowerPoint</Application>
  <PresentationFormat>Widescreen</PresentationFormat>
  <Paragraphs>23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Corbel</vt:lpstr>
      <vt:lpstr>Times New Roman</vt:lpstr>
      <vt:lpstr>Parallax</vt:lpstr>
      <vt:lpstr>PowerPoint Presentation</vt:lpstr>
      <vt:lpstr>CÁC MỤC BÁO CÁO </vt:lpstr>
      <vt:lpstr>Tìm hiểu về thuật toán</vt:lpstr>
      <vt:lpstr>Thiết kế mô phỏng thuật toán thụ động </vt:lpstr>
      <vt:lpstr>Chuyển đổi mô phỏng sang Waijung và giao diện C# </vt:lpstr>
      <vt:lpstr>PowerPoint Presentation</vt:lpstr>
      <vt:lpstr>Đánh giá tiến độ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Nguyễn Đăng Khoa</dc:creator>
  <cp:lastModifiedBy>Nguyễn Đăng Khoa</cp:lastModifiedBy>
  <cp:revision>2</cp:revision>
  <dcterms:created xsi:type="dcterms:W3CDTF">2025-11-29T08:28:26Z</dcterms:created>
  <dcterms:modified xsi:type="dcterms:W3CDTF">2025-11-30T08:17:59Z</dcterms:modified>
</cp:coreProperties>
</file>